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2" r:id="rId1"/>
  </p:sldMasterIdLst>
  <p:sldIdLst>
    <p:sldId id="269" r:id="rId2"/>
    <p:sldId id="271" r:id="rId3"/>
    <p:sldId id="272" r:id="rId4"/>
    <p:sldId id="282" r:id="rId5"/>
    <p:sldId id="257" r:id="rId6"/>
    <p:sldId id="258" r:id="rId7"/>
    <p:sldId id="259" r:id="rId8"/>
    <p:sldId id="275" r:id="rId9"/>
    <p:sldId id="276" r:id="rId10"/>
    <p:sldId id="283" r:id="rId11"/>
    <p:sldId id="277" r:id="rId12"/>
    <p:sldId id="278" r:id="rId13"/>
    <p:sldId id="281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3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2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2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42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6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19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0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69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1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11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12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0256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1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462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22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2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64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8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B2E86EFA-8396-AEA6-5444-C835EC877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46" y="197982"/>
            <a:ext cx="8317032" cy="1325563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latin typeface="Old English Text MT" panose="03040902040508030806" pitchFamily="66" charset="0"/>
                <a:cs typeface="Times New Roman" panose="02020603050405020304" pitchFamily="18" charset="0"/>
              </a:rPr>
              <a:t>Bapatla</a:t>
            </a:r>
            <a:r>
              <a:rPr lang="en-US" sz="4400" dirty="0">
                <a:latin typeface="Old English Text MT" panose="03040902040508030806" pitchFamily="66" charset="0"/>
                <a:cs typeface="Times New Roman" panose="02020603050405020304" pitchFamily="18" charset="0"/>
              </a:rPr>
              <a:t> Engineering College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408B7C28-A967-27C0-D9D5-196B99F929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4543" y="149525"/>
            <a:ext cx="1575759" cy="1505980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B4C08B8-F6F9-E545-1ADF-8D1464451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086" y="1655505"/>
            <a:ext cx="7826477" cy="4885188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– </a:t>
            </a:r>
            <a:r>
              <a:rPr lang="en-US" sz="26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endParaRPr lang="en-US" sz="2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CALORIE ESTIMATION SYSTEM USING COMPUTER VISION AND DATA SCIENCE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P.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Sreedhar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M.Tech.,,</a:t>
            </a:r>
            <a:r>
              <a:rPr lang="en-US" sz="2400" baseline="-250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endParaRPr lang="en-US" sz="2400" baseline="-25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 marL="0" indent="0" algn="r">
              <a:buNone/>
            </a:pPr>
            <a:r>
              <a:rPr lang="en-US" sz="2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Y.Manikanta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Y22AIT530</a:t>
            </a:r>
          </a:p>
          <a:p>
            <a:pPr marL="0" indent="0" algn="r">
              <a:buNone/>
            </a:pP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A.D.S.G.Hima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Bindu    -Y22AIT401</a:t>
            </a:r>
          </a:p>
          <a:p>
            <a:pPr marL="0" indent="0" algn="r"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G.Ravi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Teja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-Y22AIT426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sz="24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24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91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B4A52-A465-7764-DDB2-92913D858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3A0A8-25AE-E176-1C71-EB5A02D7E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Domain Knowledge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Working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Partial Implementation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86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B14F-9972-9D19-0A48-6F270F19C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5009" y="158746"/>
            <a:ext cx="6589199" cy="1280890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Knowledge</a:t>
            </a:r>
            <a:endParaRPr lang="en-US" sz="4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E6DF6-72E4-E49D-E9BE-2B28BF7A7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1251857"/>
            <a:ext cx="6591985" cy="377762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Primary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</a:p>
          <a:p>
            <a:pPr marL="0" indent="0" algn="just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Data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 – The project analyzes food image data and predicts calorie values using trained models and nutritional databases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Domains:</a:t>
            </a:r>
          </a:p>
          <a:p>
            <a:pPr marL="0" indent="0" algn="just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• Artificial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(AI) – Enables automated food recognition and calorie estimation.</a:t>
            </a:r>
          </a:p>
          <a:p>
            <a:pPr marL="0" indent="0" algn="just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– Extracts visual features like color, shape, and texture from images.</a:t>
            </a:r>
          </a:p>
          <a:p>
            <a:pPr marL="0" indent="0" algn="just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– Includes preprocessing steps such as resizing, normalization, and augmentation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Area:</a:t>
            </a:r>
          </a:p>
          <a:p>
            <a:pPr marL="0" indent="0" algn="just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Healthcare &amp;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 Monitoring – Assists users in maintaining healthy dietary habits.</a:t>
            </a:r>
          </a:p>
        </p:txBody>
      </p:sp>
    </p:spTree>
    <p:extLst>
      <p:ext uri="{BB962C8B-B14F-4D97-AF65-F5344CB8AC3E}">
        <p14:creationId xmlns:p14="http://schemas.microsoft.com/office/powerpoint/2010/main" val="36915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0" y="1447800"/>
            <a:ext cx="4358640" cy="525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75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627415"/>
            <a:ext cx="6591985" cy="377762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1.Image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Acquisition: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or uploads a food image using the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2.ImagePreprocessing: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Resizing to fixed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of pixel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(rotation, flipping, brightness adjustment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).This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model robustness under different lighting and angles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3.Gemini Vision Model Innovation:</a:t>
            </a:r>
          </a:p>
          <a:p>
            <a:pPr marL="0" indent="0" algn="just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Gemini 2.0 flash or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emini pro vision is called via Open API.</a:t>
            </a:r>
          </a:p>
          <a:p>
            <a:pPr marL="0" indent="0" algn="just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The model analyzes the image and returns structured insights.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Food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deep learning model classifies the image into a specific food category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0337" y="1815193"/>
            <a:ext cx="6591985" cy="3777622"/>
          </a:xfrm>
        </p:spPr>
        <p:txBody>
          <a:bodyPr>
            <a:noAutofit/>
          </a:bodyPr>
          <a:lstStyle/>
          <a:p>
            <a:pPr marL="324000" algn="just">
              <a:buFont typeface="Wingdings" panose="05000000000000000000" pitchFamily="2" charset="2"/>
              <a:buChar char="ü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5.Nutritional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Mapping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food category is mapped to a nutritional database containing calorie values of various food items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24000" algn="just">
              <a:buFont typeface="Wingdings" panose="05000000000000000000" pitchFamily="2" charset="2"/>
              <a:buChar char="ü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Portion Estimation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portion size to improve calorie accuracy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24000" algn="just">
              <a:buFont typeface="Wingdings" panose="05000000000000000000" pitchFamily="2" charset="2"/>
              <a:buChar char="ü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Calorie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calorie value is computed based on food type and portion size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24000" algn="just">
              <a:buFont typeface="Wingdings" panose="05000000000000000000" pitchFamily="2" charset="2"/>
              <a:buChar char="ü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Result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 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estimated calorie value is displayed through a user-friendly interface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Partial Implementation</a:t>
            </a:r>
            <a:endParaRPr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293" y="1815193"/>
            <a:ext cx="6760028" cy="377825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07" y="104775"/>
            <a:ext cx="7690757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0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43" y="906236"/>
            <a:ext cx="7258050" cy="473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961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5" y="840921"/>
            <a:ext cx="7315200" cy="533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76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712" y="1652587"/>
            <a:ext cx="612457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89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36" y="1298123"/>
            <a:ext cx="7870371" cy="48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837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9+ Hundred Any Suggestion Royalty-Free Images, Stock Photos &amp; Pictures |  Shutter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635" y="1387475"/>
            <a:ext cx="676275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82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hank You Images - Free Download on Freepik">
            <a:extLst>
              <a:ext uri="{FF2B5EF4-FFF2-40B4-BE49-F238E27FC236}">
                <a16:creationId xmlns:a16="http://schemas.microsoft.com/office/drawing/2014/main" id="{805F72DB-BB68-B4C8-D55F-B52338F312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103" y="1456532"/>
            <a:ext cx="5120111" cy="362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7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1166</TotalTime>
  <Words>188</Words>
  <Application>Microsoft Office PowerPoint</Application>
  <PresentationFormat>On-screen Show (4:3)</PresentationFormat>
  <Paragraphs>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Century Gothic</vt:lpstr>
      <vt:lpstr>Old English Text MT</vt:lpstr>
      <vt:lpstr>Times New Roman</vt:lpstr>
      <vt:lpstr>Wingdings</vt:lpstr>
      <vt:lpstr>Wingdings 3</vt:lpstr>
      <vt:lpstr>Wisp</vt:lpstr>
      <vt:lpstr>Bapatla Engineering College Department of Information Technology</vt:lpstr>
      <vt:lpstr>Contents</vt:lpstr>
      <vt:lpstr>Domain Knowledge</vt:lpstr>
      <vt:lpstr>System Architecture:</vt:lpstr>
      <vt:lpstr>Methodology</vt:lpstr>
      <vt:lpstr>Methodology</vt:lpstr>
      <vt:lpstr>Partial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Bapatla Engineering College Department of Information technology</dc:title>
  <dc:creator>Jyothsna kasa</dc:creator>
  <dc:description>generated using python-pptx</dc:description>
  <cp:lastModifiedBy>Hima Bindu</cp:lastModifiedBy>
  <cp:revision>59</cp:revision>
  <dcterms:created xsi:type="dcterms:W3CDTF">2013-01-27T09:14:16Z</dcterms:created>
  <dcterms:modified xsi:type="dcterms:W3CDTF">2026-04-09T02:55:49Z</dcterms:modified>
</cp:coreProperties>
</file>